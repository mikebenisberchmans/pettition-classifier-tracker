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699" r:id="rId2"/>
    <p:sldId id="695" r:id="rId3"/>
    <p:sldId id="623" r:id="rId4"/>
    <p:sldId id="622" r:id="rId5"/>
    <p:sldId id="667" r:id="rId6"/>
    <p:sldId id="700" r:id="rId7"/>
    <p:sldId id="668" r:id="rId8"/>
    <p:sldId id="702" r:id="rId9"/>
    <p:sldId id="687" r:id="rId10"/>
    <p:sldId id="698" r:id="rId11"/>
    <p:sldId id="697" r:id="rId12"/>
    <p:sldId id="611" r:id="rId13"/>
    <p:sldId id="704" r:id="rId14"/>
    <p:sldId id="620" r:id="rId15"/>
  </p:sldIdLst>
  <p:sldSz cx="9144000" cy="5143500" type="screen16x9"/>
  <p:notesSz cx="6735763" cy="9869488"/>
  <p:defaultTextStyle>
    <a:defPPr>
      <a:defRPr lang="en-US"/>
    </a:defPPr>
    <a:lvl1pPr marL="0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50965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901927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52892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803857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54820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705784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156747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607712" algn="l" defTabSz="90192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006600"/>
    <a:srgbClr val="0000CC"/>
    <a:srgbClr val="000066"/>
    <a:srgbClr val="B30D9B"/>
    <a:srgbClr val="CC3300"/>
    <a:srgbClr val="0000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EFCD71-D0F5-4AD8-9786-32439DD88C2B}" v="69" dt="2026-04-08T06:56:47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>
        <p:scale>
          <a:sx n="100" d="100"/>
          <a:sy n="100" d="100"/>
        </p:scale>
        <p:origin x="58" y="-54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Benis" userId="e7fafb3be2e23cfc" providerId="LiveId" clId="{AD014564-8329-42E0-8215-F1B7CCDE1151}"/>
    <pc:docChg chg="undo custSel modSld">
      <pc:chgData name="Mike Benis" userId="e7fafb3be2e23cfc" providerId="LiveId" clId="{AD014564-8329-42E0-8215-F1B7CCDE1151}" dt="2026-04-08T06:56:20.788" v="1624" actId="1076"/>
      <pc:docMkLst>
        <pc:docMk/>
      </pc:docMkLst>
      <pc:sldChg chg="modSp mod">
        <pc:chgData name="Mike Benis" userId="e7fafb3be2e23cfc" providerId="LiveId" clId="{AD014564-8329-42E0-8215-F1B7CCDE1151}" dt="2026-04-08T06:44:54.565" v="1409" actId="1036"/>
        <pc:sldMkLst>
          <pc:docMk/>
          <pc:sldMk cId="3079201232" sldId="611"/>
        </pc:sldMkLst>
        <pc:spChg chg="mod">
          <ac:chgData name="Mike Benis" userId="e7fafb3be2e23cfc" providerId="LiveId" clId="{AD014564-8329-42E0-8215-F1B7CCDE1151}" dt="2026-04-08T06:44:48.453" v="1408" actId="14100"/>
          <ac:spMkLst>
            <pc:docMk/>
            <pc:sldMk cId="3079201232" sldId="611"/>
            <ac:spMk id="2" creationId="{00000000-0000-0000-0000-000000000000}"/>
          </ac:spMkLst>
        </pc:spChg>
        <pc:spChg chg="mod">
          <ac:chgData name="Mike Benis" userId="e7fafb3be2e23cfc" providerId="LiveId" clId="{AD014564-8329-42E0-8215-F1B7CCDE1151}" dt="2026-04-08T06:44:54.565" v="1409" actId="1036"/>
          <ac:spMkLst>
            <pc:docMk/>
            <pc:sldMk cId="3079201232" sldId="611"/>
            <ac:spMk id="15" creationId="{00000000-0000-0000-0000-000000000000}"/>
          </ac:spMkLst>
        </pc:spChg>
      </pc:sldChg>
      <pc:sldChg chg="modSp mod">
        <pc:chgData name="Mike Benis" userId="e7fafb3be2e23cfc" providerId="LiveId" clId="{AD014564-8329-42E0-8215-F1B7CCDE1151}" dt="2026-04-08T04:25:45.062" v="547" actId="255"/>
        <pc:sldMkLst>
          <pc:docMk/>
          <pc:sldMk cId="1258392152" sldId="622"/>
        </pc:sldMkLst>
        <pc:spChg chg="mod">
          <ac:chgData name="Mike Benis" userId="e7fafb3be2e23cfc" providerId="LiveId" clId="{AD014564-8329-42E0-8215-F1B7CCDE1151}" dt="2026-04-08T04:25:45.062" v="547" actId="255"/>
          <ac:spMkLst>
            <pc:docMk/>
            <pc:sldMk cId="1258392152" sldId="622"/>
            <ac:spMk id="2" creationId="{00000000-0000-0000-0000-000000000000}"/>
          </ac:spMkLst>
        </pc:spChg>
      </pc:sldChg>
      <pc:sldChg chg="modSp mod">
        <pc:chgData name="Mike Benis" userId="e7fafb3be2e23cfc" providerId="LiveId" clId="{AD014564-8329-42E0-8215-F1B7CCDE1151}" dt="2026-04-08T04:20:30.289" v="532" actId="20577"/>
        <pc:sldMkLst>
          <pc:docMk/>
          <pc:sldMk cId="3937017680" sldId="623"/>
        </pc:sldMkLst>
        <pc:spChg chg="mod">
          <ac:chgData name="Mike Benis" userId="e7fafb3be2e23cfc" providerId="LiveId" clId="{AD014564-8329-42E0-8215-F1B7CCDE1151}" dt="2026-04-08T04:20:30.289" v="532" actId="20577"/>
          <ac:spMkLst>
            <pc:docMk/>
            <pc:sldMk cId="3937017680" sldId="623"/>
            <ac:spMk id="2" creationId="{00000000-0000-0000-0000-000000000000}"/>
          </ac:spMkLst>
        </pc:spChg>
      </pc:sldChg>
      <pc:sldChg chg="modSp mod">
        <pc:chgData name="Mike Benis" userId="e7fafb3be2e23cfc" providerId="LiveId" clId="{AD014564-8329-42E0-8215-F1B7CCDE1151}" dt="2026-04-08T04:31:05.446" v="562" actId="255"/>
        <pc:sldMkLst>
          <pc:docMk/>
          <pc:sldMk cId="4059117996" sldId="667"/>
        </pc:sldMkLst>
        <pc:spChg chg="mod">
          <ac:chgData name="Mike Benis" userId="e7fafb3be2e23cfc" providerId="LiveId" clId="{AD014564-8329-42E0-8215-F1B7CCDE1151}" dt="2026-04-08T04:31:05.446" v="562" actId="255"/>
          <ac:spMkLst>
            <pc:docMk/>
            <pc:sldMk cId="4059117996" sldId="667"/>
            <ac:spMk id="2" creationId="{00000000-0000-0000-0000-000000000000}"/>
          </ac:spMkLst>
        </pc:spChg>
      </pc:sldChg>
      <pc:sldChg chg="addSp delSp modSp mod">
        <pc:chgData name="Mike Benis" userId="e7fafb3be2e23cfc" providerId="LiveId" clId="{AD014564-8329-42E0-8215-F1B7CCDE1151}" dt="2026-04-08T04:55:50.723" v="868" actId="732"/>
        <pc:sldMkLst>
          <pc:docMk/>
          <pc:sldMk cId="1725386859" sldId="668"/>
        </pc:sldMkLst>
        <pc:picChg chg="add mod modCrop">
          <ac:chgData name="Mike Benis" userId="e7fafb3be2e23cfc" providerId="LiveId" clId="{AD014564-8329-42E0-8215-F1B7CCDE1151}" dt="2026-04-08T04:55:50.723" v="868" actId="732"/>
          <ac:picMkLst>
            <pc:docMk/>
            <pc:sldMk cId="1725386859" sldId="668"/>
            <ac:picMk id="4" creationId="{14F5F5CD-EEEC-34C5-85A5-2D5FAC2DF77C}"/>
          </ac:picMkLst>
        </pc:picChg>
        <pc:picChg chg="del">
          <ac:chgData name="Mike Benis" userId="e7fafb3be2e23cfc" providerId="LiveId" clId="{AD014564-8329-42E0-8215-F1B7CCDE1151}" dt="2026-04-08T04:54:13.085" v="858" actId="478"/>
          <ac:picMkLst>
            <pc:docMk/>
            <pc:sldMk cId="1725386859" sldId="668"/>
            <ac:picMk id="13" creationId="{00000000-0000-0000-0000-000000000000}"/>
          </ac:picMkLst>
        </pc:picChg>
      </pc:sldChg>
      <pc:sldChg chg="addSp delSp modSp mod">
        <pc:chgData name="Mike Benis" userId="e7fafb3be2e23cfc" providerId="LiveId" clId="{AD014564-8329-42E0-8215-F1B7CCDE1151}" dt="2026-04-08T06:39:16.772" v="1392" actId="2711"/>
        <pc:sldMkLst>
          <pc:docMk/>
          <pc:sldMk cId="1437721187" sldId="687"/>
        </pc:sldMkLst>
        <pc:spChg chg="add mod">
          <ac:chgData name="Mike Benis" userId="e7fafb3be2e23cfc" providerId="LiveId" clId="{AD014564-8329-42E0-8215-F1B7CCDE1151}" dt="2026-04-08T06:39:16.772" v="1392" actId="2711"/>
          <ac:spMkLst>
            <pc:docMk/>
            <pc:sldMk cId="1437721187" sldId="687"/>
            <ac:spMk id="10" creationId="{05827FC8-09B9-7898-5476-F29E8EC05EF8}"/>
          </ac:spMkLst>
        </pc:spChg>
        <pc:graphicFrameChg chg="add mod modGraphic">
          <ac:chgData name="Mike Benis" userId="e7fafb3be2e23cfc" providerId="LiveId" clId="{AD014564-8329-42E0-8215-F1B7CCDE1151}" dt="2026-04-08T06:38:45.264" v="1366" actId="1076"/>
          <ac:graphicFrameMkLst>
            <pc:docMk/>
            <pc:sldMk cId="1437721187" sldId="687"/>
            <ac:graphicFrameMk id="7" creationId="{324C1043-8396-B167-53D3-61181BDBCEB4}"/>
          </ac:graphicFrameMkLst>
        </pc:graphicFrameChg>
        <pc:picChg chg="add mod">
          <ac:chgData name="Mike Benis" userId="e7fafb3be2e23cfc" providerId="LiveId" clId="{AD014564-8329-42E0-8215-F1B7CCDE1151}" dt="2026-04-08T06:18:14.305" v="1129" actId="1076"/>
          <ac:picMkLst>
            <pc:docMk/>
            <pc:sldMk cId="1437721187" sldId="687"/>
            <ac:picMk id="4" creationId="{4001D83E-1695-F353-8EA5-C7EDC916C3A1}"/>
          </ac:picMkLst>
        </pc:picChg>
        <pc:picChg chg="add del mod">
          <ac:chgData name="Mike Benis" userId="e7fafb3be2e23cfc" providerId="LiveId" clId="{AD014564-8329-42E0-8215-F1B7CCDE1151}" dt="2026-04-08T06:17:56.050" v="1126" actId="478"/>
          <ac:picMkLst>
            <pc:docMk/>
            <pc:sldMk cId="1437721187" sldId="687"/>
            <ac:picMk id="6" creationId="{CC63C802-48CE-D843-DA91-184592A344EA}"/>
          </ac:picMkLst>
        </pc:picChg>
        <pc:picChg chg="del">
          <ac:chgData name="Mike Benis" userId="e7fafb3be2e23cfc" providerId="LiveId" clId="{AD014564-8329-42E0-8215-F1B7CCDE1151}" dt="2026-04-08T06:16:25.463" v="1116" actId="478"/>
          <ac:picMkLst>
            <pc:docMk/>
            <pc:sldMk cId="1437721187" sldId="687"/>
            <ac:picMk id="13" creationId="{00000000-0000-0000-0000-000000000000}"/>
          </ac:picMkLst>
        </pc:picChg>
      </pc:sldChg>
      <pc:sldChg chg="modSp mod">
        <pc:chgData name="Mike Benis" userId="e7fafb3be2e23cfc" providerId="LiveId" clId="{AD014564-8329-42E0-8215-F1B7CCDE1151}" dt="2026-04-08T06:42:40.510" v="1402" actId="255"/>
        <pc:sldMkLst>
          <pc:docMk/>
          <pc:sldMk cId="136339176" sldId="697"/>
        </pc:sldMkLst>
        <pc:spChg chg="mod">
          <ac:chgData name="Mike Benis" userId="e7fafb3be2e23cfc" providerId="LiveId" clId="{AD014564-8329-42E0-8215-F1B7CCDE1151}" dt="2026-04-08T06:42:40.510" v="1402" actId="255"/>
          <ac:spMkLst>
            <pc:docMk/>
            <pc:sldMk cId="136339176" sldId="697"/>
            <ac:spMk id="2" creationId="{00000000-0000-0000-0000-000000000000}"/>
          </ac:spMkLst>
        </pc:spChg>
      </pc:sldChg>
      <pc:sldChg chg="addSp delSp modSp mod">
        <pc:chgData name="Mike Benis" userId="e7fafb3be2e23cfc" providerId="LiveId" clId="{AD014564-8329-42E0-8215-F1B7CCDE1151}" dt="2026-04-08T06:07:00.504" v="1115" actId="14100"/>
        <pc:sldMkLst>
          <pc:docMk/>
          <pc:sldMk cId="1581670876" sldId="698"/>
        </pc:sldMkLst>
        <pc:picChg chg="add mod">
          <ac:chgData name="Mike Benis" userId="e7fafb3be2e23cfc" providerId="LiveId" clId="{AD014564-8329-42E0-8215-F1B7CCDE1151}" dt="2026-04-08T06:07:00.504" v="1115" actId="14100"/>
          <ac:picMkLst>
            <pc:docMk/>
            <pc:sldMk cId="1581670876" sldId="698"/>
            <ac:picMk id="4" creationId="{C744F84D-E186-0562-2406-583F113D9E6E}"/>
          </ac:picMkLst>
        </pc:picChg>
        <pc:picChg chg="del">
          <ac:chgData name="Mike Benis" userId="e7fafb3be2e23cfc" providerId="LiveId" clId="{AD014564-8329-42E0-8215-F1B7CCDE1151}" dt="2026-04-08T06:06:21.548" v="1111" actId="478"/>
          <ac:picMkLst>
            <pc:docMk/>
            <pc:sldMk cId="1581670876" sldId="698"/>
            <ac:picMk id="13" creationId="{00000000-0000-0000-0000-000000000000}"/>
          </ac:picMkLst>
        </pc:picChg>
      </pc:sldChg>
      <pc:sldChg chg="modSp mod">
        <pc:chgData name="Mike Benis" userId="e7fafb3be2e23cfc" providerId="LiveId" clId="{AD014564-8329-42E0-8215-F1B7CCDE1151}" dt="2026-04-08T04:08:58.049" v="376" actId="20577"/>
        <pc:sldMkLst>
          <pc:docMk/>
          <pc:sldMk cId="1503129826" sldId="699"/>
        </pc:sldMkLst>
        <pc:spChg chg="mod">
          <ac:chgData name="Mike Benis" userId="e7fafb3be2e23cfc" providerId="LiveId" clId="{AD014564-8329-42E0-8215-F1B7CCDE1151}" dt="2026-04-08T04:08:58.049" v="376" actId="20577"/>
          <ac:spMkLst>
            <pc:docMk/>
            <pc:sldMk cId="1503129826" sldId="699"/>
            <ac:spMk id="2" creationId="{00000000-0000-0000-0000-000000000000}"/>
          </ac:spMkLst>
        </pc:spChg>
        <pc:graphicFrameChg chg="modGraphic">
          <ac:chgData name="Mike Benis" userId="e7fafb3be2e23cfc" providerId="LiveId" clId="{AD014564-8329-42E0-8215-F1B7CCDE1151}" dt="2026-04-07T11:04:01.255" v="198" actId="20577"/>
          <ac:graphicFrameMkLst>
            <pc:docMk/>
            <pc:sldMk cId="1503129826" sldId="699"/>
            <ac:graphicFrameMk id="3" creationId="{00000000-0000-0000-0000-000000000000}"/>
          </ac:graphicFrameMkLst>
        </pc:graphicFrameChg>
      </pc:sldChg>
      <pc:sldChg chg="addSp delSp modSp mod">
        <pc:chgData name="Mike Benis" userId="e7fafb3be2e23cfc" providerId="LiveId" clId="{AD014564-8329-42E0-8215-F1B7CCDE1151}" dt="2026-04-08T04:53:40.098" v="857" actId="14100"/>
        <pc:sldMkLst>
          <pc:docMk/>
          <pc:sldMk cId="4054045204" sldId="700"/>
        </pc:sldMkLst>
        <pc:graphicFrameChg chg="add del mod modGraphic">
          <ac:chgData name="Mike Benis" userId="e7fafb3be2e23cfc" providerId="LiveId" clId="{AD014564-8329-42E0-8215-F1B7CCDE1151}" dt="2026-04-08T04:53:26.875" v="855" actId="1076"/>
          <ac:graphicFrameMkLst>
            <pc:docMk/>
            <pc:sldMk cId="4054045204" sldId="700"/>
            <ac:graphicFrameMk id="5" creationId="{90C0123C-B5A9-0790-B4A6-75FA2D0B9C18}"/>
          </ac:graphicFrameMkLst>
        </pc:graphicFrameChg>
        <pc:picChg chg="mod">
          <ac:chgData name="Mike Benis" userId="e7fafb3be2e23cfc" providerId="LiveId" clId="{AD014564-8329-42E0-8215-F1B7CCDE1151}" dt="2026-04-08T04:53:40.098" v="857" actId="14100"/>
          <ac:picMkLst>
            <pc:docMk/>
            <pc:sldMk cId="4054045204" sldId="700"/>
            <ac:picMk id="7170" creationId="{00000000-0000-0000-0000-000000000000}"/>
          </ac:picMkLst>
        </pc:picChg>
      </pc:sldChg>
      <pc:sldChg chg="modSp mod">
        <pc:chgData name="Mike Benis" userId="e7fafb3be2e23cfc" providerId="LiveId" clId="{AD014564-8329-42E0-8215-F1B7CCDE1151}" dt="2026-04-08T05:15:45.633" v="1110" actId="255"/>
        <pc:sldMkLst>
          <pc:docMk/>
          <pc:sldMk cId="706590486" sldId="702"/>
        </pc:sldMkLst>
        <pc:spChg chg="mod">
          <ac:chgData name="Mike Benis" userId="e7fafb3be2e23cfc" providerId="LiveId" clId="{AD014564-8329-42E0-8215-F1B7CCDE1151}" dt="2026-04-08T05:15:45.633" v="1110" actId="255"/>
          <ac:spMkLst>
            <pc:docMk/>
            <pc:sldMk cId="706590486" sldId="702"/>
            <ac:spMk id="2" creationId="{00000000-0000-0000-0000-000000000000}"/>
          </ac:spMkLst>
        </pc:spChg>
      </pc:sldChg>
      <pc:sldChg chg="addSp delSp modSp mod">
        <pc:chgData name="Mike Benis" userId="e7fafb3be2e23cfc" providerId="LiveId" clId="{AD014564-8329-42E0-8215-F1B7CCDE1151}" dt="2026-04-08T06:56:20.788" v="1624" actId="1076"/>
        <pc:sldMkLst>
          <pc:docMk/>
          <pc:sldMk cId="2724792801" sldId="704"/>
        </pc:sldMkLst>
        <pc:spChg chg="mod">
          <ac:chgData name="Mike Benis" userId="e7fafb3be2e23cfc" providerId="LiveId" clId="{AD014564-8329-42E0-8215-F1B7CCDE1151}" dt="2026-04-08T06:56:20.788" v="1624" actId="1076"/>
          <ac:spMkLst>
            <pc:docMk/>
            <pc:sldMk cId="2724792801" sldId="704"/>
            <ac:spMk id="8" creationId="{0B0769F8-7BAB-2DA8-D2C0-02107DBF34D5}"/>
          </ac:spMkLst>
        </pc:spChg>
        <pc:picChg chg="add mod modCrop">
          <ac:chgData name="Mike Benis" userId="e7fafb3be2e23cfc" providerId="LiveId" clId="{AD014564-8329-42E0-8215-F1B7CCDE1151}" dt="2026-04-08T06:49:41.648" v="1421" actId="1076"/>
          <ac:picMkLst>
            <pc:docMk/>
            <pc:sldMk cId="2724792801" sldId="704"/>
            <ac:picMk id="6" creationId="{DC1872CA-75DB-1619-C67B-CBFD102734FB}"/>
          </ac:picMkLst>
        </pc:picChg>
        <pc:picChg chg="add del">
          <ac:chgData name="Mike Benis" userId="e7fafb3be2e23cfc" providerId="LiveId" clId="{AD014564-8329-42E0-8215-F1B7CCDE1151}" dt="2026-04-08T06:49:07.454" v="1413" actId="478"/>
          <ac:picMkLst>
            <pc:docMk/>
            <pc:sldMk cId="2724792801" sldId="704"/>
            <ac:picMk id="9" creationId="{B8B6C384-5064-CB76-C14B-84777BFBE6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BFB22-DDC2-46AB-8469-4F44BEB72F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8" y="739775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8007"/>
            <a:ext cx="5388610" cy="44412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43335-6A54-4B3F-846E-C32CBF096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72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0965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01927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52892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03857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54820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05784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56747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7712" algn="l" defTabSz="9019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43335-6A54-4B3F-846E-C32CBF096BD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531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43335-6A54-4B3F-846E-C32CBF096BD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03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1597824"/>
            <a:ext cx="7772400" cy="1102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0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19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3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54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05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56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07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0A13D-139B-474F-BE01-97F57227943B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15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9EE57-526B-4547-9E89-F51F7207CEBB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88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3305178"/>
            <a:ext cx="7772400" cy="1021556"/>
          </a:xfrm>
        </p:spPr>
        <p:txBody>
          <a:bodyPr anchor="t"/>
          <a:lstStyle>
            <a:lvl1pPr algn="l">
              <a:defRPr sz="41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180039"/>
            <a:ext cx="7772400" cy="1125141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5096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9019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28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38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548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057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567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0771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017B-6DE7-4644-AF93-0684085A48C8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23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200150"/>
            <a:ext cx="4038600" cy="339447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D14-A3E2-4E96-994B-D76065064AB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7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7"/>
            <a:ext cx="4040188" cy="479824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0965" indent="0">
              <a:buNone/>
              <a:defRPr sz="1900" b="1"/>
            </a:lvl2pPr>
            <a:lvl3pPr marL="901927" indent="0">
              <a:buNone/>
              <a:defRPr sz="1700" b="1"/>
            </a:lvl3pPr>
            <a:lvl4pPr marL="1352892" indent="0">
              <a:buNone/>
              <a:defRPr sz="1600" b="1"/>
            </a:lvl4pPr>
            <a:lvl5pPr marL="1803857" indent="0">
              <a:buNone/>
              <a:defRPr sz="1600" b="1"/>
            </a:lvl5pPr>
            <a:lvl6pPr marL="2254820" indent="0">
              <a:buNone/>
              <a:defRPr sz="1600" b="1"/>
            </a:lvl6pPr>
            <a:lvl7pPr marL="2705784" indent="0">
              <a:buNone/>
              <a:defRPr sz="1600" b="1"/>
            </a:lvl7pPr>
            <a:lvl8pPr marL="3156747" indent="0">
              <a:buNone/>
              <a:defRPr sz="1600" b="1"/>
            </a:lvl8pPr>
            <a:lvl9pPr marL="360771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60"/>
            <a:ext cx="4040188" cy="296346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7"/>
            <a:ext cx="4041775" cy="479824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0965" indent="0">
              <a:buNone/>
              <a:defRPr sz="1900" b="1"/>
            </a:lvl2pPr>
            <a:lvl3pPr marL="901927" indent="0">
              <a:buNone/>
              <a:defRPr sz="1700" b="1"/>
            </a:lvl3pPr>
            <a:lvl4pPr marL="1352892" indent="0">
              <a:buNone/>
              <a:defRPr sz="1600" b="1"/>
            </a:lvl4pPr>
            <a:lvl5pPr marL="1803857" indent="0">
              <a:buNone/>
              <a:defRPr sz="1600" b="1"/>
            </a:lvl5pPr>
            <a:lvl6pPr marL="2254820" indent="0">
              <a:buNone/>
              <a:defRPr sz="1600" b="1"/>
            </a:lvl6pPr>
            <a:lvl7pPr marL="2705784" indent="0">
              <a:buNone/>
              <a:defRPr sz="1600" b="1"/>
            </a:lvl7pPr>
            <a:lvl8pPr marL="3156747" indent="0">
              <a:buNone/>
              <a:defRPr sz="1600" b="1"/>
            </a:lvl8pPr>
            <a:lvl9pPr marL="360771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60"/>
            <a:ext cx="4041775" cy="296346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96D9-C075-45AD-B9F5-FD38E3CE7C4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974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7188-43B0-4E8A-BCCD-5BF4467956B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60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ED670-B5EB-4B66-BA77-F53846E6BF43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11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90"/>
            <a:ext cx="3008313" cy="871538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30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0965" indent="0">
              <a:buNone/>
              <a:defRPr sz="1200"/>
            </a:lvl2pPr>
            <a:lvl3pPr marL="901927" indent="0">
              <a:buNone/>
              <a:defRPr sz="1000"/>
            </a:lvl3pPr>
            <a:lvl4pPr marL="1352892" indent="0">
              <a:buNone/>
              <a:defRPr sz="800"/>
            </a:lvl4pPr>
            <a:lvl5pPr marL="1803857" indent="0">
              <a:buNone/>
              <a:defRPr sz="800"/>
            </a:lvl5pPr>
            <a:lvl6pPr marL="2254820" indent="0">
              <a:buNone/>
              <a:defRPr sz="800"/>
            </a:lvl6pPr>
            <a:lvl7pPr marL="2705784" indent="0">
              <a:buNone/>
              <a:defRPr sz="800"/>
            </a:lvl7pPr>
            <a:lvl8pPr marL="3156747" indent="0">
              <a:buNone/>
              <a:defRPr sz="800"/>
            </a:lvl8pPr>
            <a:lvl9pPr marL="3607712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EB68-7637-43ED-A729-F1D121E1A34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62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3"/>
            <a:ext cx="5486400" cy="425054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0"/>
            <a:ext cx="5486400" cy="3086100"/>
          </a:xfrm>
        </p:spPr>
        <p:txBody>
          <a:bodyPr/>
          <a:lstStyle>
            <a:lvl1pPr marL="0" indent="0">
              <a:buNone/>
              <a:defRPr sz="3100"/>
            </a:lvl1pPr>
            <a:lvl2pPr marL="450965" indent="0">
              <a:buNone/>
              <a:defRPr sz="2700"/>
            </a:lvl2pPr>
            <a:lvl3pPr marL="901927" indent="0">
              <a:buNone/>
              <a:defRPr sz="2300"/>
            </a:lvl3pPr>
            <a:lvl4pPr marL="1352892" indent="0">
              <a:buNone/>
              <a:defRPr sz="1900"/>
            </a:lvl4pPr>
            <a:lvl5pPr marL="1803857" indent="0">
              <a:buNone/>
              <a:defRPr sz="1900"/>
            </a:lvl5pPr>
            <a:lvl6pPr marL="2254820" indent="0">
              <a:buNone/>
              <a:defRPr sz="1900"/>
            </a:lvl6pPr>
            <a:lvl7pPr marL="2705784" indent="0">
              <a:buNone/>
              <a:defRPr sz="1900"/>
            </a:lvl7pPr>
            <a:lvl8pPr marL="3156747" indent="0">
              <a:buNone/>
              <a:defRPr sz="1900"/>
            </a:lvl8pPr>
            <a:lvl9pPr marL="3607712" indent="0">
              <a:buNone/>
              <a:defRPr sz="19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0965" indent="0">
              <a:buNone/>
              <a:defRPr sz="1200"/>
            </a:lvl2pPr>
            <a:lvl3pPr marL="901927" indent="0">
              <a:buNone/>
              <a:defRPr sz="1000"/>
            </a:lvl3pPr>
            <a:lvl4pPr marL="1352892" indent="0">
              <a:buNone/>
              <a:defRPr sz="800"/>
            </a:lvl4pPr>
            <a:lvl5pPr marL="1803857" indent="0">
              <a:buNone/>
              <a:defRPr sz="800"/>
            </a:lvl5pPr>
            <a:lvl6pPr marL="2254820" indent="0">
              <a:buNone/>
              <a:defRPr sz="800"/>
            </a:lvl6pPr>
            <a:lvl7pPr marL="2705784" indent="0">
              <a:buNone/>
              <a:defRPr sz="800"/>
            </a:lvl7pPr>
            <a:lvl8pPr marL="3156747" indent="0">
              <a:buNone/>
              <a:defRPr sz="800"/>
            </a:lvl8pPr>
            <a:lvl9pPr marL="3607712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B44A-9075-4942-99C8-4D9349502DF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5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91BD-9CAF-4DAA-A41E-9F6FDA3364D7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30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5"/>
            <a:ext cx="2057400" cy="43886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5"/>
            <a:ext cx="6019800" cy="43886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DF78-319F-4C85-9249-511C101D37FA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3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6"/>
            <a:ext cx="8229600" cy="857250"/>
          </a:xfrm>
          <a:prstGeom prst="rect">
            <a:avLst/>
          </a:prstGeom>
        </p:spPr>
        <p:txBody>
          <a:bodyPr vert="horz" lIns="90193" tIns="45096" rIns="90193" bIns="45096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4"/>
          </a:xfrm>
          <a:prstGeom prst="rect">
            <a:avLst/>
          </a:prstGeom>
        </p:spPr>
        <p:txBody>
          <a:bodyPr vert="horz" lIns="90193" tIns="45096" rIns="90193" bIns="4509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70"/>
            <a:ext cx="2133600" cy="273842"/>
          </a:xfrm>
          <a:prstGeom prst="rect">
            <a:avLst/>
          </a:prstGeom>
        </p:spPr>
        <p:txBody>
          <a:bodyPr vert="horz" lIns="90193" tIns="45096" rIns="90193" bIns="4509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5023C-2C71-4096-92CB-8D1215F66DD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07-04-2026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70"/>
            <a:ext cx="2895600" cy="273842"/>
          </a:xfrm>
          <a:prstGeom prst="rect">
            <a:avLst/>
          </a:prstGeom>
        </p:spPr>
        <p:txBody>
          <a:bodyPr vert="horz" lIns="90193" tIns="45096" rIns="90193" bIns="4509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 and Engineering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4767270"/>
            <a:ext cx="2133600" cy="273842"/>
          </a:xfrm>
          <a:prstGeom prst="rect">
            <a:avLst/>
          </a:prstGeom>
        </p:spPr>
        <p:txBody>
          <a:bodyPr vert="horz" lIns="90193" tIns="45096" rIns="90193" bIns="4509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D58CB-5C75-4AB0-B097-2BE57FD99A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32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01927" rtl="0" eaLnBrk="1" latinLnBrk="0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8223" indent="-338223" algn="l" defTabSz="901927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32815" indent="-281852" algn="l" defTabSz="901927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27410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374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29337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80302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31265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82229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3194" indent="-225482" algn="l" defTabSz="9019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0965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01927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892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03857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54820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05784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56747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07712" algn="l" defTabSz="90192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tar.in/wp-content/uploads/2026/04/202671015.pdf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" y="339502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1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702" y="555526"/>
            <a:ext cx="9020794" cy="403592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algn="ctr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r>
              <a:rPr lang="en-IN" sz="2800" b="1" dirty="0">
                <a:solidFill>
                  <a:srgbClr val="6600CC"/>
                </a:solidFill>
              </a:rPr>
              <a:t>HINDUSTHAN INSTITUTE OF TECHNOLOGY</a:t>
            </a:r>
          </a:p>
          <a:p>
            <a:pPr algn="ctr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endParaRPr lang="en-IN" sz="800" b="1" dirty="0">
              <a:solidFill>
                <a:srgbClr val="0070C0"/>
              </a:solidFill>
            </a:endParaRPr>
          </a:p>
          <a:p>
            <a:pPr algn="ctr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r>
              <a:rPr lang="en-IN" sz="2000" b="1" dirty="0">
                <a:solidFill>
                  <a:srgbClr val="0070C0"/>
                </a:solidFill>
              </a:rPr>
              <a:t>Department of </a:t>
            </a:r>
            <a:r>
              <a:rPr lang="en-US" sz="2000" b="1" dirty="0">
                <a:solidFill>
                  <a:srgbClr val="0070C0"/>
                </a:solidFill>
              </a:rPr>
              <a:t>Artificial Intelligence and Data Science</a:t>
            </a:r>
            <a:endParaRPr lang="en-IN" sz="2000" b="1" dirty="0">
              <a:solidFill>
                <a:srgbClr val="0070C0"/>
              </a:solidFill>
            </a:endParaRPr>
          </a:p>
          <a:p>
            <a:pPr algn="ctr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endParaRPr lang="en-IN" sz="1800" b="1" dirty="0">
              <a:solidFill>
                <a:srgbClr val="FF0000"/>
              </a:solidFill>
            </a:endParaRPr>
          </a:p>
          <a:p>
            <a:pPr algn="ctr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r>
              <a:rPr lang="en-IN" sz="2000" b="1" dirty="0">
                <a:solidFill>
                  <a:srgbClr val="FF0000"/>
                </a:solidFill>
              </a:rPr>
              <a:t>AI-POWERED PETTITION CLASSIFICATION </a:t>
            </a:r>
          </a:p>
          <a:p>
            <a:pPr algn="ctr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r>
              <a:rPr lang="en-IN" sz="2000" b="1" dirty="0">
                <a:solidFill>
                  <a:srgbClr val="FF0000"/>
                </a:solidFill>
              </a:rPr>
              <a:t>AND TRACKING SYSTEM</a:t>
            </a:r>
            <a:endParaRPr lang="en-IN" sz="2400" b="1" dirty="0">
              <a:solidFill>
                <a:srgbClr val="FF0000"/>
              </a:solidFill>
            </a:endParaRPr>
          </a:p>
          <a:p>
            <a:pPr algn="ctr"/>
            <a:r>
              <a:rPr lang="en-US" sz="1800" dirty="0"/>
              <a:t>			</a:t>
            </a:r>
            <a:endParaRPr lang="en-IN" sz="1800" dirty="0"/>
          </a:p>
          <a:p>
            <a:pPr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6" y="699542"/>
            <a:ext cx="1245738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 descr="Controller of Examinations - Anna Universit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827785"/>
            <a:ext cx="925034" cy="9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607706"/>
              </p:ext>
            </p:extLst>
          </p:nvPr>
        </p:nvGraphicFramePr>
        <p:xfrm>
          <a:off x="989080" y="3147814"/>
          <a:ext cx="7200800" cy="142294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39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949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Project Guide: </a:t>
                      </a:r>
                    </a:p>
                    <a:p>
                      <a:pPr algn="l"/>
                      <a:r>
                        <a:rPr lang="en-IN" sz="1600" dirty="0" err="1"/>
                        <a:t>Dr.V.Balaji</a:t>
                      </a:r>
                      <a:r>
                        <a:rPr lang="en-IN" sz="1600" dirty="0"/>
                        <a:t> Shanmugam, </a:t>
                      </a:r>
                    </a:p>
                    <a:p>
                      <a:pPr algn="l"/>
                      <a:r>
                        <a:rPr lang="en-IN" sz="1600" dirty="0"/>
                        <a:t>Associate Professor/CSE</a:t>
                      </a:r>
                    </a:p>
                    <a:p>
                      <a:pPr algn="l"/>
                      <a:r>
                        <a:rPr lang="en-IN" sz="1600" dirty="0"/>
                        <a:t>Hindusthan Institute of Technology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Batch Details :</a:t>
                      </a:r>
                    </a:p>
                    <a:p>
                      <a:pPr algn="l"/>
                      <a:r>
                        <a:rPr lang="en-IN" sz="1600" b="1" dirty="0" err="1">
                          <a:solidFill>
                            <a:schemeClr val="tx1"/>
                          </a:solidFill>
                        </a:rPr>
                        <a:t>B.Mike</a:t>
                      </a:r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 Benis (720822108037)</a:t>
                      </a:r>
                    </a:p>
                    <a:p>
                      <a:pPr algn="l"/>
                      <a:r>
                        <a:rPr lang="en-IN" sz="1600" b="1" dirty="0" err="1">
                          <a:solidFill>
                            <a:schemeClr val="tx1"/>
                          </a:solidFill>
                        </a:rPr>
                        <a:t>C.Logeshwaran</a:t>
                      </a:r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 (720822108034)</a:t>
                      </a:r>
                    </a:p>
                    <a:p>
                      <a:pPr algn="l"/>
                      <a:r>
                        <a:rPr lang="en-IN" sz="1600" b="1" dirty="0" err="1">
                          <a:solidFill>
                            <a:schemeClr val="tx1"/>
                          </a:solidFill>
                        </a:rPr>
                        <a:t>K.Naveen</a:t>
                      </a:r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 (720822108042)</a:t>
                      </a:r>
                    </a:p>
                    <a:p>
                      <a:pPr algn="l"/>
                      <a:r>
                        <a:rPr lang="en-IN" sz="1600" b="1" dirty="0" err="1">
                          <a:solidFill>
                            <a:schemeClr val="tx1"/>
                          </a:solidFill>
                        </a:rPr>
                        <a:t>S.Gokulakrishnan</a:t>
                      </a:r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 (720822108020)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031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2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225642" y="699542"/>
            <a:ext cx="8712968" cy="403592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 Abstract</a:t>
            </a:r>
          </a:p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 Objective</a:t>
            </a:r>
          </a:p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 Introduction</a:t>
            </a:r>
          </a:p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 Literature Survey</a:t>
            </a:r>
          </a:p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 Proposed System </a:t>
            </a:r>
          </a:p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/>
              <a:t>Conclusion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  <a:buFont typeface="Wingdings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 Reference</a:t>
            </a:r>
          </a:p>
          <a:p>
            <a:pPr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172" y="15945"/>
            <a:ext cx="597270" cy="48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901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3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323528" y="503770"/>
            <a:ext cx="8712968" cy="4231697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The study presents </a:t>
            </a:r>
            <a:r>
              <a:rPr lang="en-US" sz="1600" b="1" dirty="0" err="1"/>
              <a:t>NyayaSetu</a:t>
            </a:r>
            <a:r>
              <a:rPr lang="en-US" sz="1600" dirty="0"/>
              <a:t>, an AI-powered civic petition classification and tracking system designed to automate grievance triage in e-governance platforms.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Key techniques such as </a:t>
            </a:r>
            <a:r>
              <a:rPr lang="en-US" sz="1600" b="1" dirty="0" err="1"/>
              <a:t>SentenceTransformer</a:t>
            </a:r>
            <a:r>
              <a:rPr lang="en-US" sz="1600" b="1" dirty="0"/>
              <a:t> embeddings, Support Vector Classification, language detection, and translation</a:t>
            </a:r>
            <a:r>
              <a:rPr lang="en-US" sz="1600" dirty="0"/>
              <a:t> were used to process multilingual petition text and extract semantic meaning.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Machine learning models classified petitions into </a:t>
            </a:r>
            <a:r>
              <a:rPr lang="en-US" sz="1600" b="1" dirty="0"/>
              <a:t>Urgent Action, Fast Action, and Normal Action</a:t>
            </a:r>
            <a:r>
              <a:rPr lang="en-US" sz="1600" dirty="0"/>
              <a:t> categories for intelligent prioritization and departmental routing.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Experiments achieved </a:t>
            </a:r>
            <a:r>
              <a:rPr lang="en-US" sz="1600" b="1" dirty="0"/>
              <a:t>93% cross-validation accuracy and 100% held-out test accuracy</a:t>
            </a:r>
            <a:r>
              <a:rPr lang="en-US" sz="1600" dirty="0"/>
              <a:t>, demonstrating strong performance in urgency prediction across diverse civic complaint categories.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The findings confirm that AI-based petition triage is feasible for </a:t>
            </a:r>
            <a:r>
              <a:rPr lang="en-US" sz="1600" b="1" dirty="0"/>
              <a:t>real-world government grievance redressal</a:t>
            </a:r>
            <a:r>
              <a:rPr lang="en-US" sz="1600" dirty="0"/>
              <a:t>, improving transparency and enabling faster response to critical public issues.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/>
          </a:p>
          <a:p>
            <a:pPr algn="just" defTabSz="457200" fontAlgn="base">
              <a:spcBef>
                <a:spcPts val="400"/>
              </a:spcBef>
              <a:spcAft>
                <a:spcPts val="600"/>
              </a:spcAft>
              <a:buClr>
                <a:srgbClr val="C00000"/>
              </a:buClr>
              <a:buSzPct val="135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100" y="0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701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4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2" name="Rectangle 1"/>
          <p:cNvSpPr/>
          <p:nvPr/>
        </p:nvSpPr>
        <p:spPr>
          <a:xfrm>
            <a:off x="225642" y="503770"/>
            <a:ext cx="8712968" cy="4084204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To develop an AI-powered system that can accurately classify civic petitions based on urgency using natural language processing and machine learning techniques.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To extract and analyze semantic textual features from petition descriptions using </a:t>
            </a:r>
            <a:r>
              <a:rPr lang="en-US" sz="1600" dirty="0" err="1"/>
              <a:t>SentenceTransformer</a:t>
            </a:r>
            <a:r>
              <a:rPr lang="en-US" sz="1600" dirty="0"/>
              <a:t> embeddings, along with language detection and translation for multilingual support.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To train and evaluate machine learning models such as Support Vector Classification (SVC) for categorizing petitions into Urgent Action, Fast Action, and Normal Action levels.</a:t>
            </a:r>
            <a:br>
              <a:rPr lang="en-US" sz="1600" dirty="0"/>
            </a:b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To deploy the system on a real-time web platform with automated routing and tracking capabilities for improved grievance redressal, transparency, and practical e-governance usability.</a:t>
            </a:r>
          </a:p>
          <a:p>
            <a:pPr marL="285750" indent="-285750" algn="just" defTabSz="457200" fontAlgn="base">
              <a:lnSpc>
                <a:spcPct val="150000"/>
              </a:lnSpc>
              <a:buClr>
                <a:srgbClr val="C00000"/>
              </a:buClr>
              <a:buSzPct val="135000"/>
              <a:buFont typeface="Arial" pitchFamily="34" charset="0"/>
              <a:buChar char="•"/>
            </a:pP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360" y="0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839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5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225642" y="503770"/>
            <a:ext cx="8712968" cy="4948300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Advances in natural language processing and machine learning now enable intelligent automation of text-based decision-making in governance systems.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Citizen grievance platforms generate large volumes of petitions daily, making manual classification and prioritization time-consuming and inefficient.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The urgency and context of civic complaints can be identified through semantic analysis of petition text, allowing automated and objective triage.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However, challenges such as multilingual inputs, varying complaint structures, contextual ambiguity, and limited labeled datasets make petition classification difficult.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/>
              <a:t>This research aims to overcome these limitations by using transformer-based embeddings, advanced machine learning models, and multilingual processing techniques to achieve more accurate and reliable civic petition classification.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253" y="-14382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911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4B0B-D0CA-F18E-3A20-2739E5C3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0D198F-A86A-BD86-E8EA-F67F1199B13E}"/>
              </a:ext>
            </a:extLst>
          </p:cNvPr>
          <p:cNvSpPr/>
          <p:nvPr/>
        </p:nvSpPr>
        <p:spPr>
          <a:xfrm>
            <a:off x="221226" y="280220"/>
            <a:ext cx="848032" cy="67105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788F3-9A59-7084-A4E7-5A05F97A5691}"/>
              </a:ext>
            </a:extLst>
          </p:cNvPr>
          <p:cNvSpPr txBox="1"/>
          <p:nvPr/>
        </p:nvSpPr>
        <p:spPr>
          <a:xfrm>
            <a:off x="1651820" y="390832"/>
            <a:ext cx="6061587" cy="5309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IN" sz="3000" spc="-38" dirty="0"/>
              <a:t>                 LITERATURE</a:t>
            </a:r>
            <a:r>
              <a:rPr lang="en-IN" sz="3000" spc="-153" dirty="0"/>
              <a:t> </a:t>
            </a:r>
            <a:r>
              <a:rPr lang="en-IN" sz="3000" spc="98" dirty="0"/>
              <a:t>SURVEY</a:t>
            </a:r>
            <a:endParaRPr lang="en-IN" sz="3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C0123C-B5A9-0790-B4A6-75FA2D0B9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552761"/>
              </p:ext>
            </p:extLst>
          </p:nvPr>
        </p:nvGraphicFramePr>
        <p:xfrm>
          <a:off x="1073710" y="1251229"/>
          <a:ext cx="7551177" cy="5166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316">
                  <a:extLst>
                    <a:ext uri="{9D8B030D-6E8A-4147-A177-3AD203B41FA5}">
                      <a16:colId xmlns:a16="http://schemas.microsoft.com/office/drawing/2014/main" val="1249698440"/>
                    </a:ext>
                  </a:extLst>
                </a:gridCol>
                <a:gridCol w="1120877">
                  <a:extLst>
                    <a:ext uri="{9D8B030D-6E8A-4147-A177-3AD203B41FA5}">
                      <a16:colId xmlns:a16="http://schemas.microsoft.com/office/drawing/2014/main" val="948245353"/>
                    </a:ext>
                  </a:extLst>
                </a:gridCol>
                <a:gridCol w="700549">
                  <a:extLst>
                    <a:ext uri="{9D8B030D-6E8A-4147-A177-3AD203B41FA5}">
                      <a16:colId xmlns:a16="http://schemas.microsoft.com/office/drawing/2014/main" val="243378659"/>
                    </a:ext>
                  </a:extLst>
                </a:gridCol>
                <a:gridCol w="1755058">
                  <a:extLst>
                    <a:ext uri="{9D8B030D-6E8A-4147-A177-3AD203B41FA5}">
                      <a16:colId xmlns:a16="http://schemas.microsoft.com/office/drawing/2014/main" val="3852074731"/>
                    </a:ext>
                  </a:extLst>
                </a:gridCol>
                <a:gridCol w="1157749">
                  <a:extLst>
                    <a:ext uri="{9D8B030D-6E8A-4147-A177-3AD203B41FA5}">
                      <a16:colId xmlns:a16="http://schemas.microsoft.com/office/drawing/2014/main" val="1980981968"/>
                    </a:ext>
                  </a:extLst>
                </a:gridCol>
                <a:gridCol w="1196728">
                  <a:extLst>
                    <a:ext uri="{9D8B030D-6E8A-4147-A177-3AD203B41FA5}">
                      <a16:colId xmlns:a16="http://schemas.microsoft.com/office/drawing/2014/main" val="2916763602"/>
                    </a:ext>
                  </a:extLst>
                </a:gridCol>
                <a:gridCol w="1081900">
                  <a:extLst>
                    <a:ext uri="{9D8B030D-6E8A-4147-A177-3AD203B41FA5}">
                      <a16:colId xmlns:a16="http://schemas.microsoft.com/office/drawing/2014/main" val="1205751989"/>
                    </a:ext>
                  </a:extLst>
                </a:gridCol>
              </a:tblGrid>
              <a:tr h="585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et al.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Paper Title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370835824"/>
                  </a:ext>
                </a:extLst>
              </a:tr>
              <a:tr h="976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Sebastiani, F.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2002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Machine Learning in Automated Text Categorization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Improved text classification accuracy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Cannot capture semantic meaning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TF-IDF, Naïve Bayes, Machine Learning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96871804"/>
                  </a:ext>
                </a:extLst>
              </a:tr>
              <a:tr h="1202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Reimers, N. and </a:t>
                      </a:r>
                      <a:r>
                        <a:rPr lang="en-US" sz="1400" dirty="0" err="1"/>
                        <a:t>Gurevych</a:t>
                      </a:r>
                      <a:r>
                        <a:rPr lang="en-US" sz="1400" dirty="0"/>
                        <a:t>, I.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Sentence-BERT: Sentence Embeddings using Siamese BERT-Networks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Improves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sentence similarity and classification tasks.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 memory and computational requirements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SBERT, Siamese Networks, Transformer Models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99833442"/>
                  </a:ext>
                </a:extLst>
              </a:tr>
              <a:tr h="1202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European Commission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European Citizens’ Initiative Platform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Enhanced digital citizen engagement and petition clustering.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Lacks urgency-based triage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NLP, Topic Modeling, Web-based Governance Systems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85672153"/>
                  </a:ext>
                </a:extLst>
              </a:tr>
              <a:tr h="585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Wind Analysis Systems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manual errors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financial evaluation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Models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38935623"/>
                  </a:ext>
                </a:extLst>
              </a:tr>
              <a:tr h="61364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57819222"/>
                  </a:ext>
                </a:extLst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224" y="244531"/>
            <a:ext cx="1038225" cy="88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404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7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Proposed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7504" y="590030"/>
            <a:ext cx="8992374" cy="4231697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lvl="0" algn="just" defTabSz="457200" fontAlgn="base">
              <a:spcBef>
                <a:spcPts val="400"/>
              </a:spcBef>
              <a:spcAft>
                <a:spcPct val="0"/>
              </a:spcAft>
              <a:buClr>
                <a:srgbClr val="C00000"/>
              </a:buClr>
              <a:buSzPct val="135000"/>
            </a:pP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070" y="0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5F5CD-EEEC-34C5-85A5-2D5FAC2DF7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2"/>
          <a:stretch>
            <a:fillRect/>
          </a:stretch>
        </p:blipFill>
        <p:spPr>
          <a:xfrm>
            <a:off x="1403648" y="719548"/>
            <a:ext cx="6696744" cy="39555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538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8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Decription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2996" y="501563"/>
            <a:ext cx="8731492" cy="4014403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Allows citizens to submit grievance petitions through a user-friendly web-based interface.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Captures petition details such as complaint description, category, and language input for processing.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Module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Processes submitted petition text through backend Flask APIs for classification and routing.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Performs language detection, translation, and semantic embedding generation using NLP libraries and ML models.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Module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Analyzes processed text embeddings using the trained Support Vector Classification model.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Determines petition urgency level and maps the complaint to the appropriate government department accurately.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659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9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Results and Discussion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7504" y="590030"/>
            <a:ext cx="8992374" cy="4231697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algn="just"/>
            <a:endParaRPr lang="en-IN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249" y="29694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1D83E-1695-F353-8EA5-C7EDC916C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023565"/>
            <a:ext cx="2784128" cy="288872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4C1043-8396-B167-53D3-61181BDBC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70286"/>
              </p:ext>
            </p:extLst>
          </p:nvPr>
        </p:nvGraphicFramePr>
        <p:xfrm>
          <a:off x="3967288" y="1563638"/>
          <a:ext cx="5027327" cy="25107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6552">
                  <a:extLst>
                    <a:ext uri="{9D8B030D-6E8A-4147-A177-3AD203B41FA5}">
                      <a16:colId xmlns:a16="http://schemas.microsoft.com/office/drawing/2014/main" val="352508189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58614021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48981766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237824436"/>
                    </a:ext>
                  </a:extLst>
                </a:gridCol>
                <a:gridCol w="942463">
                  <a:extLst>
                    <a:ext uri="{9D8B030D-6E8A-4147-A177-3AD203B41FA5}">
                      <a16:colId xmlns:a16="http://schemas.microsoft.com/office/drawing/2014/main" val="89961242"/>
                    </a:ext>
                  </a:extLst>
                </a:gridCol>
              </a:tblGrid>
              <a:tr h="31828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14792"/>
                  </a:ext>
                </a:extLst>
              </a:tr>
              <a:tr h="276767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Fast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8728"/>
                  </a:ext>
                </a:extLst>
              </a:tr>
              <a:tr h="470504">
                <a:tc>
                  <a:txBody>
                    <a:bodyPr/>
                    <a:lstStyle/>
                    <a:p>
                      <a:r>
                        <a:rPr lang="en-IN" sz="1400" b="1" dirty="0"/>
                        <a:t>Normal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465617"/>
                  </a:ext>
                </a:extLst>
              </a:tr>
              <a:tr h="470504">
                <a:tc>
                  <a:txBody>
                    <a:bodyPr/>
                    <a:lstStyle/>
                    <a:p>
                      <a:r>
                        <a:rPr lang="en-IN" sz="1400" b="1" dirty="0"/>
                        <a:t>Urgent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97786"/>
                  </a:ext>
                </a:extLst>
              </a:tr>
              <a:tr h="276767">
                <a:tc>
                  <a:txBody>
                    <a:bodyPr/>
                    <a:lstStyle/>
                    <a:p>
                      <a:r>
                        <a:rPr lang="en-IN" sz="1400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48963"/>
                  </a:ext>
                </a:extLst>
              </a:tr>
              <a:tr h="276767">
                <a:tc>
                  <a:txBody>
                    <a:bodyPr/>
                    <a:lstStyle/>
                    <a:p>
                      <a:r>
                        <a:rPr lang="en-IN" sz="1400" b="1" dirty="0"/>
                        <a:t>Macro </a:t>
                      </a:r>
                      <a:r>
                        <a:rPr lang="en-IN" sz="1400" b="1" dirty="0" err="1"/>
                        <a:t>Avg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00635"/>
                  </a:ext>
                </a:extLst>
              </a:tr>
              <a:tr h="276767">
                <a:tc>
                  <a:txBody>
                    <a:bodyPr/>
                    <a:lstStyle/>
                    <a:p>
                      <a:r>
                        <a:rPr lang="en-IN" sz="1400" b="1" dirty="0" err="1"/>
                        <a:t>Weigtd</a:t>
                      </a:r>
                      <a:r>
                        <a:rPr lang="en-IN" sz="1400" b="1" dirty="0"/>
                        <a:t> </a:t>
                      </a:r>
                      <a:r>
                        <a:rPr lang="en-IN" sz="1400" b="1" dirty="0" err="1"/>
                        <a:t>Avg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404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5827FC8-09B9-7898-5476-F29E8EC05EF8}"/>
              </a:ext>
            </a:extLst>
          </p:cNvPr>
          <p:cNvSpPr txBox="1"/>
          <p:nvPr/>
        </p:nvSpPr>
        <p:spPr>
          <a:xfrm>
            <a:off x="3967288" y="915566"/>
            <a:ext cx="3557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Classification Report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772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10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68722"/>
            <a:ext cx="8336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Confusion Matrix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7504" y="590030"/>
            <a:ext cx="8992374" cy="4231697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algn="just"/>
            <a:endParaRPr lang="en-IN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360" y="41995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4F84D-E186-0562-2406-583F113D9E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01" y="767023"/>
            <a:ext cx="4309616" cy="3672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167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11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6764" y="3409"/>
            <a:ext cx="8336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26764" y="591942"/>
            <a:ext cx="9036496" cy="4441984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/>
              <a:t>The proposed system effectively classifies civic petitions by combining semantic text embeddings, multilingual processing, and machine learning–based urgency prediction models.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/>
              <a:t>Experiments show about </a:t>
            </a:r>
            <a:r>
              <a:rPr lang="en-US" sz="1800" b="1" dirty="0"/>
              <a:t>93% classification accuracy</a:t>
            </a:r>
            <a:r>
              <a:rPr lang="en-US" sz="1800" dirty="0"/>
              <a:t>, outperforming traditional keyword-based and manual triage approaches.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/>
              <a:t>The integration of </a:t>
            </a:r>
            <a:r>
              <a:rPr lang="en-US" sz="1800" b="1" dirty="0" err="1"/>
              <a:t>SentenceTransformer</a:t>
            </a:r>
            <a:r>
              <a:rPr lang="en-US" sz="1800" b="1" dirty="0"/>
              <a:t> embeddings</a:t>
            </a:r>
            <a:r>
              <a:rPr lang="en-US" sz="1800" dirty="0"/>
              <a:t> with </a:t>
            </a:r>
            <a:r>
              <a:rPr lang="en-US" sz="1800" b="1" dirty="0"/>
              <a:t>Support Vector Classification (SVC)</a:t>
            </a:r>
            <a:r>
              <a:rPr lang="en-US" sz="1800" dirty="0"/>
              <a:t> improves both prediction accuracy and robustness across diverse petition categories and linguistic variations.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/>
              <a:t>The framework supports </a:t>
            </a:r>
            <a:r>
              <a:rPr lang="en-US" sz="1800" b="1" dirty="0"/>
              <a:t>real-time petition classification and automated routing</a:t>
            </a:r>
            <a:r>
              <a:rPr lang="en-US" sz="1800" dirty="0"/>
              <a:t>, making it suitable for large-scale e-governance and grievance redressal applications.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/>
              <a:t>Challenges remain regarding dataset scalability, handling ambiguous complaint contexts, and improving model generalization, which require future research and larger, more diverse civic datasets.</a:t>
            </a:r>
            <a:endParaRPr lang="en-IN" sz="18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100" y="16408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33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12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252" y="21853"/>
            <a:ext cx="833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225642" y="595869"/>
            <a:ext cx="8712968" cy="3776080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300" dirty="0"/>
              <a:t>N. Reimers and I. </a:t>
            </a:r>
            <a:r>
              <a:rPr lang="en-IN" sz="1300" dirty="0" err="1"/>
              <a:t>Gurevych</a:t>
            </a:r>
            <a:r>
              <a:rPr lang="en-IN" sz="1300" dirty="0"/>
              <a:t>, “Sentence-BERT: Sentence embeddings using Siamese BERT-networks,” Proc. Empirical Methods in Natural Language Processing (EMNLP-IJCNLP), pp. 3982–3992, 2019.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T. Joachims, “Text categorization with Support Vector Machines: Learning with many relevant features,” Proc. European Conf. Machine Learning (ECML), pp. 137–142, 1998.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F. Sebastiani, “Machine learning in automated text categorization,” ACM Computing Surveys, vol. 34, no. 1, pp. 1–47, 2002.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J. Devlin, M. Chang, K. Lee, and K. Toutanova, “BERT: Pre-training of deep bidirectional transformers for language understanding,” Proc. NAACL-HLT, pp. 4171–4186, 2019.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K. Song, X. Tan, T. Qin, J. Lu, and T. Liu, “</a:t>
            </a:r>
            <a:r>
              <a:rPr lang="en-IN" sz="1300" dirty="0" err="1"/>
              <a:t>MPNet</a:t>
            </a:r>
            <a:r>
              <a:rPr lang="en-IN" sz="1300" dirty="0"/>
              <a:t>: Masked and permuted pre-training for language understanding,” Advances in Neural Information Processing Systems (</a:t>
            </a:r>
            <a:r>
              <a:rPr lang="en-IN" sz="1300" dirty="0" err="1"/>
              <a:t>NeurIPS</a:t>
            </a:r>
            <a:r>
              <a:rPr lang="en-IN" sz="1300" dirty="0"/>
              <a:t>), vol. 33, pp. 16857–16867, 2020.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S. Dumais, J. Platt, D. Heckerman, and M. </a:t>
            </a:r>
            <a:r>
              <a:rPr lang="en-IN" sz="1300" dirty="0" err="1"/>
              <a:t>Sahami</a:t>
            </a:r>
            <a:r>
              <a:rPr lang="en-IN" sz="1300" dirty="0"/>
              <a:t>, “Inductive learning algorithms and representations for text categorization,” Proc. Int. Conf. Information and Knowledge Management (CIKM), pp. 148–155, 1998.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European Commission, “European Citizens’ Initiative: Official Register,” 2012. [Online]. Available: europa.eu/citizens-initiative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Government of India, “MyGov Citizen Engagement Platform,” Ministry of Electronics and Information Technology, 2014. [Online]. Available: mygov.in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A. Vaswani et al., “Attention is all you need,” Advances in Neural Information Processing Systems (</a:t>
            </a:r>
            <a:r>
              <a:rPr lang="en-IN" sz="1300" dirty="0" err="1"/>
              <a:t>NeurIPS</a:t>
            </a:r>
            <a:r>
              <a:rPr lang="en-IN" sz="1300" dirty="0"/>
              <a:t>), vol. 30, pp. 5998–6008, 2017.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/>
              <a:t>T. </a:t>
            </a:r>
            <a:r>
              <a:rPr lang="en-IN" sz="1300" dirty="0" err="1"/>
              <a:t>Mikolov</a:t>
            </a:r>
            <a:r>
              <a:rPr lang="en-IN" sz="1300" dirty="0"/>
              <a:t>, K. Chen, G. Corrado, and J. Dean, “Efficient estimation of word representations in vector space,” Proc. Int. Conf. Learning Representations (ICLR), 2013.</a:t>
            </a:r>
          </a:p>
          <a:p>
            <a:pPr algn="just"/>
            <a:endParaRPr lang="en-IN" sz="1300" b="1" dirty="0">
              <a:solidFill>
                <a:srgbClr val="000066"/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360" y="13560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920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5F660-0C84-B9CF-8891-E34F4C02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71CE28-1AA8-66CF-06BD-240A5E7BFFB7}"/>
              </a:ext>
            </a:extLst>
          </p:cNvPr>
          <p:cNvSpPr/>
          <p:nvPr/>
        </p:nvSpPr>
        <p:spPr>
          <a:xfrm>
            <a:off x="221226" y="280220"/>
            <a:ext cx="848032" cy="67105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EF529-2808-A5D3-65BC-A55F04A89083}"/>
              </a:ext>
            </a:extLst>
          </p:cNvPr>
          <p:cNvSpPr txBox="1"/>
          <p:nvPr/>
        </p:nvSpPr>
        <p:spPr>
          <a:xfrm>
            <a:off x="1445342" y="353961"/>
            <a:ext cx="5700251" cy="5309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IN" sz="3000"/>
              <a:t>                </a:t>
            </a:r>
            <a:endParaRPr lang="en-IN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173A0-D943-62C5-9C68-26E5495A375D}"/>
              </a:ext>
            </a:extLst>
          </p:cNvPr>
          <p:cNvSpPr txBox="1"/>
          <p:nvPr/>
        </p:nvSpPr>
        <p:spPr>
          <a:xfrm>
            <a:off x="2477729" y="412954"/>
            <a:ext cx="5442155" cy="5309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IN" sz="3000" dirty="0"/>
              <a:t>RESEARCH PAPER PUBLICATION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769F8-7BAB-2DA8-D2C0-02107DBF34D5}"/>
              </a:ext>
            </a:extLst>
          </p:cNvPr>
          <p:cNvSpPr txBox="1"/>
          <p:nvPr/>
        </p:nvSpPr>
        <p:spPr>
          <a:xfrm>
            <a:off x="427704" y="951272"/>
            <a:ext cx="5008392" cy="31777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</a:t>
            </a:r>
          </a:p>
          <a:p>
            <a:pPr algn="just"/>
            <a:r>
              <a:rPr lang="en-US" sz="1200" dirty="0"/>
              <a:t>AI-BASED PETTITION CLASSIFICATION &amp; TRACKING SYSTEM(NYAYASETU)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Name: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Science Technology and research(JSTAR)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</a:p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7,Issue1,2026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B.MikeBenis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C.Logeshwaran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S.Gokulakrishnan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K.Naveen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Mentor:</a:t>
            </a:r>
          </a:p>
          <a:p>
            <a:pPr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Dr.V.BalajiShanmugam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Link: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https://journalstar.in/wp-content/uploads/2026/04/202671015.pdf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545" y="105069"/>
            <a:ext cx="843455" cy="754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1872CA-75DB-1619-C67B-CBFD102734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2"/>
          <a:stretch>
            <a:fillRect/>
          </a:stretch>
        </p:blipFill>
        <p:spPr>
          <a:xfrm>
            <a:off x="6084168" y="1110620"/>
            <a:ext cx="2454355" cy="3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9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9" y="4821728"/>
            <a:ext cx="9148419" cy="31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9" y="503770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" y="4758279"/>
            <a:ext cx="9147559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3000" y="4826814"/>
            <a:ext cx="2133600" cy="273842"/>
          </a:xfrm>
        </p:spPr>
        <p:txBody>
          <a:bodyPr/>
          <a:lstStyle/>
          <a:p>
            <a:r>
              <a:rPr lang="en-IN" dirty="0">
                <a:solidFill>
                  <a:srgbClr val="000099"/>
                </a:solidFill>
              </a:rPr>
              <a:t>09-04-2026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89615" y="4835440"/>
            <a:ext cx="2133600" cy="273842"/>
          </a:xfrm>
        </p:spPr>
        <p:txBody>
          <a:bodyPr/>
          <a:lstStyle/>
          <a:p>
            <a:fld id="{77DD58CB-5C75-4AB0-B097-2BE57FD99A99}" type="slidenum">
              <a:rPr lang="en-IN" smtClean="0">
                <a:solidFill>
                  <a:srgbClr val="000099"/>
                </a:solidFill>
              </a:rPr>
              <a:pPr/>
              <a:t>14</a:t>
            </a:fld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BFC9-89C5-494B-995B-E58580113C3B}"/>
              </a:ext>
            </a:extLst>
          </p:cNvPr>
          <p:cNvSpPr/>
          <p:nvPr/>
        </p:nvSpPr>
        <p:spPr>
          <a:xfrm>
            <a:off x="467114" y="942510"/>
            <a:ext cx="8208912" cy="3501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</a:t>
            </a: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207" y="-21800"/>
            <a:ext cx="5969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03648" y="4818188"/>
            <a:ext cx="6912768" cy="27384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Department of Artificial Intelligence and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549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6|8.8"/>
</p:tagLst>
</file>

<file path=ppt/theme/theme1.xml><?xml version="1.0" encoding="utf-8"?>
<a:theme xmlns:a="http://schemas.openxmlformats.org/drawingml/2006/main" name="1_Office Theme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14485</TotalTime>
  <Words>1367</Words>
  <Application>Microsoft Office PowerPoint</Application>
  <PresentationFormat>On-screen Show (16:9)</PresentationFormat>
  <Paragraphs>206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CS8251 Programming in C</dc:title>
  <dc:creator>Subhasini</dc:creator>
  <cp:lastModifiedBy>Mike Benis</cp:lastModifiedBy>
  <cp:revision>793</cp:revision>
  <cp:lastPrinted>2022-02-24T06:33:44Z</cp:lastPrinted>
  <dcterms:created xsi:type="dcterms:W3CDTF">2020-04-05T12:51:27Z</dcterms:created>
  <dcterms:modified xsi:type="dcterms:W3CDTF">2026-04-08T06:56:56Z</dcterms:modified>
</cp:coreProperties>
</file>